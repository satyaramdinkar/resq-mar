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7" r:id="rId12"/>
    <p:sldId id="279" r:id="rId13"/>
    <p:sldId id="28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ramdi</dc:creator>
  <cp:lastModifiedBy>Meesala Ram Dinkar</cp:lastModifiedBy>
  <cp:revision>6</cp:revision>
  <dcterms:created xsi:type="dcterms:W3CDTF">2025-07-23T00:59:00Z</dcterms:created>
  <dcterms:modified xsi:type="dcterms:W3CDTF">2026-10-03T10:24:54Z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ADE2E92DB5B3499F84EFA0C00FB95955_11</vt:lpwstr>
  </property>
  <property fmtid="{D5CDD505-2E9C-101B-9397-08002B2CF9AE}" pid="3" name="KSOProductBuildVer">
    <vt:lpwstr>1033-12.2.0.23206</vt:lpwstr>
  </property>
</Properties>
</file>